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2200" b="0" i="0" u="none" strike="noStrike">
                <a:solidFill>
                  <a:srgbClr val="111111"/>
                </a:solidFill>
                <a:latin typeface="Comic Sans MS"/>
              </a:defRPr>
            </a:pPr>
            <a:r>
              <a:rPr sz="2200" b="0" i="0" u="none" strike="noStrike">
                <a:solidFill>
                  <a:srgbClr val="111111"/>
                </a:solidFill>
                <a:latin typeface="Comic Sans MS"/>
              </a:rPr>
              <a:t>My behaviour this year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Behaviour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6B3A"/>
              </a:solidFill>
              <a:effectLst/>
            </c:spPr>
          </c:dPt>
          <c:dPt>
            <c:idx val="1"/>
            <c:bubble3D val="0"/>
            <c:spPr>
              <a:solidFill>
                <a:srgbClr val="C8102E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2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Good behaviour</c:v>
                </c:pt>
                <c:pt idx="1">
                  <c:v>That one incident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99.9</c:v>
                </c:pt>
                <c:pt idx="1">
                  <c:v>0.1</c:v>
                </c:pt>
              </c:numCache>
            </c:numRef>
          </c:val>
        </c:ser>
        <c:firstSliceAng val="0"/>
      </c:pie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>
              <a:latin typeface="Comic Sans MS"/>
              <a:cs typeface="Comic Sans M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big dramatic pause. Cube spin. Then: "Mum, Dad, sit down. This is important."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Fake statistics are the whole point. Say "Source: trust me" with a straight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overview. Keep it light: "It is honestly not that long."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#1: the watch. Keep it silly but sincere.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#2: AirPods. The one-tap pairing is the real reason, remember it for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Slam the energy up. The siren is the point. Say the stat like a news reporter.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she needs to be there in person when they are bought.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 idea: money instead of the actual items, for the watch and AirPods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one quick and factual-but-funny. The Watch literally needs an iPhone to set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Nothing against Big Bro: he is just busy. Say it with dramatic sadness.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Reassure them: they stay in control and can come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Quickfire round: one joke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maths out loud: 198 divided by 365 is about 54p.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in a posh voice.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Pause. Make eye contact. Click YES (or NO, if you want to see what happens).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 finish. Hug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shows up if someone clicks 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4" Type="http://schemas.openxmlformats.org/officeDocument/2006/relationships/slide" Target="slide17.xml"/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(we starting off small)</a:t>
            </a:r>
            <a:endParaRPr lang="en-US" sz="1600" dirty="0"/>
          </a:p>
        </p:txBody>
      </p:sp>
      <p:sp>
        <p:nvSpPr>
          <p:cNvPr id="4" name="text_2"/>
          <p:cNvSpPr txBox="1"/>
          <p:nvPr/>
        </p:nvSpPr>
        <p:spPr>
          <a:xfrm>
            <a:off x="457200" y="914400"/>
            <a:ext cx="7132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YOU SHOULD</a:t>
            </a:r>
            <a:endParaRPr lang="en-US" sz="7000" dirty="0"/>
          </a:p>
          <a:p>
            <a:pPr algn="l" indent="0" marL="0">
              <a:buNone/>
            </a:pPr>
            <a:r>
              <a:rPr lang="en-US" sz="7000" dirty="0">
                <a:solidFill>
                  <a:srgbClr val="0B6B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BUY ME STUFF</a:t>
            </a:r>
            <a:endParaRPr lang="en-US" sz="7000" dirty="0"/>
          </a:p>
          <a:p>
            <a:pPr algn="l" indent="0" marL="0">
              <a:buNone/>
            </a:pPr>
            <a:r>
              <a:rPr lang="en-US" sz="7000" dirty="0">
                <a:solidFill>
                  <a:srgbClr val="1E6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FOR CHRISTMAS</a:t>
            </a:r>
            <a:endParaRPr lang="en-US" sz="7000" dirty="0"/>
          </a:p>
        </p:txBody>
      </p:sp>
      <p:sp>
        <p:nvSpPr>
          <p:cNvPr id="5" name="text_3"/>
          <p:cNvSpPr txBox="1"/>
          <p:nvPr/>
        </p:nvSpPr>
        <p:spPr>
          <a:xfrm>
            <a:off x="457200" y="4937760"/>
            <a:ext cx="69494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presentation by Your Favourite Child 😇</a:t>
            </a:r>
            <a:endParaRPr lang="en-US" sz="2400" dirty="0"/>
          </a:p>
        </p:txBody>
      </p:sp>
      <p:sp>
        <p:nvSpPr>
          <p:cNvPr id="6" name="text_4"/>
          <p:cNvSpPr txBox="1"/>
          <p:nvPr/>
        </p:nvSpPr>
        <p:spPr>
          <a:xfrm>
            <a:off x="457200" y="5486400"/>
            <a:ext cx="69494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(the other one is also fine)</a:t>
            </a:r>
            <a:endParaRPr lang="en-US" sz="1600" dirty="0"/>
          </a:p>
        </p:txBody>
      </p:sp>
      <p:pic>
        <p:nvPicPr>
          <p:cNvPr id="7" name="blue_heart_5" descr="Blue heart-eyes emo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822960"/>
            <a:ext cx="4206240" cy="3896218"/>
          </a:xfrm>
          <a:prstGeom prst="rect">
            <a:avLst/>
          </a:prstGeom>
        </p:spPr>
      </p:pic>
      <p:pic>
        <p:nvPicPr>
          <p:cNvPr id="8" name="obj_santa_6" descr="San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023360"/>
            <a:ext cx="2194560" cy="2032810"/>
          </a:xfrm>
          <a:prstGeom prst="rect">
            <a:avLst/>
          </a:prstGeom>
        </p:spPr>
      </p:pic>
      <p:pic>
        <p:nvPicPr>
          <p:cNvPr id="9" name="obj_tree_7" descr="Christmas t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480560"/>
            <a:ext cx="1828800" cy="16940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8"/>
          <p:cNvSpPr txBox="1"/>
          <p:nvPr/>
        </p:nvSpPr>
        <p:spPr>
          <a:xfrm>
            <a:off x="457200" y="274320"/>
            <a:ext cx="11274552" cy="12801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FIRST: HOW GOOD I'VE BEEN</a:t>
            </a:r>
            <a:endParaRPr lang="en-US" sz="6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60350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5" name="blue_halo_9" descr="Blue angel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645920"/>
            <a:ext cx="3566160" cy="3303316"/>
          </a:xfrm>
          <a:prstGeom prst="rect">
            <a:avLst/>
          </a:prstGeom>
        </p:spPr>
      </p:pic>
      <p:sp>
        <p:nvSpPr>
          <p:cNvPr id="6" name="text_10"/>
          <p:cNvSpPr txBox="1"/>
          <p:nvPr/>
        </p:nvSpPr>
        <p:spPr>
          <a:xfrm rot="-240000">
            <a:off x="7223760" y="5303520"/>
            <a:ext cx="4480560" cy="82296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Source: trust me 📊</a:t>
            </a:r>
            <a:endParaRPr lang="en-US" sz="2800" dirty="0"/>
          </a:p>
        </p:txBody>
      </p:sp>
    </p:spTree>
  </p:cSld>
  <p:clrMapOvr>
    <a:masterClrMapping/>
  </p:clrMapOvr>
  <p:transition spd="slow">
    <p:wheel spokes="4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700" autoRev="1" repeatCount="indefinite" fill="hold"/>
                                        <p:tgtEl>
                                          <p:spTgt spid="5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1"/>
          <p:cNvSpPr txBox="1"/>
          <p:nvPr/>
        </p:nvSpPr>
        <p:spPr>
          <a:xfrm>
            <a:off x="457200" y="13716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LIST</a:t>
            </a:r>
            <a:endParaRPr lang="en-US" sz="6600" dirty="0"/>
          </a:p>
        </p:txBody>
      </p:sp>
      <p:sp>
        <p:nvSpPr>
          <p:cNvPr id="4" name="text_12"/>
          <p:cNvSpPr txBox="1"/>
          <p:nvPr/>
        </p:nvSpPr>
        <p:spPr>
          <a:xfrm>
            <a:off x="457200" y="1097280"/>
            <a:ext cx="11274552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ln w="190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(it's honestly not that long)</a:t>
            </a:r>
            <a:endParaRPr lang="en-US" sz="2400" dirty="0"/>
          </a:p>
        </p:txBody>
      </p:sp>
      <p:sp>
        <p:nvSpPr>
          <p:cNvPr id="5" name="box_13"/>
          <p:cNvSpPr/>
          <p:nvPr/>
        </p:nvSpPr>
        <p:spPr>
          <a:xfrm>
            <a:off x="749808" y="178308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6" name="svg_watch_14" descr="svg wat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103120"/>
            <a:ext cx="1371600" cy="1622066"/>
          </a:xfrm>
          <a:prstGeom prst="rect">
            <a:avLst/>
          </a:prstGeom>
        </p:spPr>
      </p:pic>
      <p:sp>
        <p:nvSpPr>
          <p:cNvPr id="7" name="text_15"/>
          <p:cNvSpPr txBox="1"/>
          <p:nvPr/>
        </p:nvSpPr>
        <p:spPr>
          <a:xfrm>
            <a:off x="2212848" y="196596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Apple Watch Series 8 (used)</a:t>
            </a:r>
            <a:endParaRPr lang="en-US" sz="1700" dirty="0"/>
          </a:p>
        </p:txBody>
      </p:sp>
      <p:sp>
        <p:nvSpPr>
          <p:cNvPr id="8" name="text_16"/>
          <p:cNvSpPr txBox="1"/>
          <p:nvPr/>
        </p:nvSpPr>
        <p:spPr>
          <a:xfrm>
            <a:off x="2212848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£80–£100</a:t>
            </a:r>
            <a:endParaRPr lang="en-US" sz="2400" dirty="0"/>
          </a:p>
        </p:txBody>
      </p:sp>
      <p:sp>
        <p:nvSpPr>
          <p:cNvPr id="9" name="box_17"/>
          <p:cNvSpPr/>
          <p:nvPr/>
        </p:nvSpPr>
        <p:spPr>
          <a:xfrm>
            <a:off x="4407408" y="178308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0" name="svg_airpods_18" descr="svg airpod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103120"/>
            <a:ext cx="1371600" cy="1371600"/>
          </a:xfrm>
          <a:prstGeom prst="rect">
            <a:avLst/>
          </a:prstGeom>
        </p:spPr>
      </p:pic>
      <p:sp>
        <p:nvSpPr>
          <p:cNvPr id="11" name="text_19"/>
          <p:cNvSpPr txBox="1"/>
          <p:nvPr/>
        </p:nvSpPr>
        <p:spPr>
          <a:xfrm>
            <a:off x="5870448" y="196596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AirPods Pro, 1st gen (used)</a:t>
            </a:r>
            <a:endParaRPr lang="en-US" sz="1700" dirty="0"/>
          </a:p>
        </p:txBody>
      </p:sp>
      <p:sp>
        <p:nvSpPr>
          <p:cNvPr id="12" name="text_20"/>
          <p:cNvSpPr txBox="1"/>
          <p:nvPr/>
        </p:nvSpPr>
        <p:spPr>
          <a:xfrm>
            <a:off x="5870448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£40–£50</a:t>
            </a:r>
            <a:endParaRPr lang="en-US" sz="2400" dirty="0"/>
          </a:p>
        </p:txBody>
      </p:sp>
      <p:sp>
        <p:nvSpPr>
          <p:cNvPr id="13" name="box_21"/>
          <p:cNvSpPr/>
          <p:nvPr/>
        </p:nvSpPr>
        <p:spPr>
          <a:xfrm>
            <a:off x="8065008" y="178308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4" name="svg_magsafe_22" descr="svg magsaf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103120"/>
            <a:ext cx="1371600" cy="1371600"/>
          </a:xfrm>
          <a:prstGeom prst="rect">
            <a:avLst/>
          </a:prstGeom>
        </p:spPr>
      </p:pic>
      <p:sp>
        <p:nvSpPr>
          <p:cNvPr id="15" name="text_23"/>
          <p:cNvSpPr txBox="1"/>
          <p:nvPr/>
        </p:nvSpPr>
        <p:spPr>
          <a:xfrm>
            <a:off x="9528048" y="196596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MagSafe Charger (used)</a:t>
            </a:r>
            <a:endParaRPr lang="en-US" sz="1700" dirty="0"/>
          </a:p>
        </p:txBody>
      </p:sp>
      <p:sp>
        <p:nvSpPr>
          <p:cNvPr id="16" name="text_24"/>
          <p:cNvSpPr txBox="1"/>
          <p:nvPr/>
        </p:nvSpPr>
        <p:spPr>
          <a:xfrm>
            <a:off x="9528048" y="301752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~£20–£25</a:t>
            </a:r>
            <a:endParaRPr lang="en-US" sz="2400" dirty="0"/>
          </a:p>
        </p:txBody>
      </p:sp>
      <p:sp>
        <p:nvSpPr>
          <p:cNvPr id="17" name="box_25"/>
          <p:cNvSpPr/>
          <p:nvPr/>
        </p:nvSpPr>
        <p:spPr>
          <a:xfrm>
            <a:off x="749808" y="416052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8" name="svg_buffer_26" descr="svg buff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480560"/>
            <a:ext cx="1371600" cy="635110"/>
          </a:xfrm>
          <a:prstGeom prst="rect">
            <a:avLst/>
          </a:prstGeom>
        </p:spPr>
      </p:pic>
      <p:sp>
        <p:nvSpPr>
          <p:cNvPr id="19" name="text_27"/>
          <p:cNvSpPr txBox="1"/>
          <p:nvPr/>
        </p:nvSpPr>
        <p:spPr>
          <a:xfrm>
            <a:off x="2212848" y="434340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Nail buffer</a:t>
            </a:r>
            <a:endParaRPr lang="en-US" sz="1700" dirty="0"/>
          </a:p>
        </p:txBody>
      </p:sp>
      <p:sp>
        <p:nvSpPr>
          <p:cNvPr id="20" name="text_28"/>
          <p:cNvSpPr txBox="1"/>
          <p:nvPr/>
        </p:nvSpPr>
        <p:spPr>
          <a:xfrm>
            <a:off x="2212848" y="539496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~£3</a:t>
            </a:r>
            <a:endParaRPr lang="en-US" sz="2400" dirty="0"/>
          </a:p>
        </p:txBody>
      </p:sp>
      <p:sp>
        <p:nvSpPr>
          <p:cNvPr id="21" name="box_29"/>
          <p:cNvSpPr/>
          <p:nvPr/>
        </p:nvSpPr>
        <p:spPr>
          <a:xfrm>
            <a:off x="4407408" y="416052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22" name="svg_razor_30" descr="svg raz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848" y="4480560"/>
            <a:ext cx="1371600" cy="635110"/>
          </a:xfrm>
          <a:prstGeom prst="rect">
            <a:avLst/>
          </a:prstGeom>
        </p:spPr>
      </p:pic>
      <p:sp>
        <p:nvSpPr>
          <p:cNvPr id="23" name="text_31"/>
          <p:cNvSpPr txBox="1"/>
          <p:nvPr/>
        </p:nvSpPr>
        <p:spPr>
          <a:xfrm>
            <a:off x="5870448" y="434340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Eyebrow razor</a:t>
            </a:r>
            <a:endParaRPr lang="en-US" sz="1700" dirty="0"/>
          </a:p>
        </p:txBody>
      </p:sp>
      <p:sp>
        <p:nvSpPr>
          <p:cNvPr id="24" name="text_32"/>
          <p:cNvSpPr txBox="1"/>
          <p:nvPr/>
        </p:nvSpPr>
        <p:spPr>
          <a:xfrm>
            <a:off x="5870448" y="539496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£3–£5</a:t>
            </a:r>
            <a:endParaRPr lang="en-US" sz="2400" dirty="0"/>
          </a:p>
        </p:txBody>
      </p:sp>
      <p:sp>
        <p:nvSpPr>
          <p:cNvPr id="25" name="box_33"/>
          <p:cNvSpPr/>
          <p:nvPr/>
        </p:nvSpPr>
        <p:spPr>
          <a:xfrm>
            <a:off x="8065008" y="4160520"/>
            <a:ext cx="33832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26" name="svg_mousepad_34" descr="svg mousepad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8" y="4480560"/>
            <a:ext cx="1371600" cy="1079390"/>
          </a:xfrm>
          <a:prstGeom prst="rect">
            <a:avLst/>
          </a:prstGeom>
        </p:spPr>
      </p:pic>
      <p:sp>
        <p:nvSpPr>
          <p:cNvPr id="27" name="text_35"/>
          <p:cNvSpPr txBox="1"/>
          <p:nvPr/>
        </p:nvSpPr>
        <p:spPr>
          <a:xfrm>
            <a:off x="9528048" y="4343400"/>
            <a:ext cx="18745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Mouse pad</a:t>
            </a:r>
            <a:endParaRPr lang="en-US" sz="1700" dirty="0"/>
          </a:p>
        </p:txBody>
      </p:sp>
      <p:sp>
        <p:nvSpPr>
          <p:cNvPr id="28" name="text_36"/>
          <p:cNvSpPr txBox="1"/>
          <p:nvPr/>
        </p:nvSpPr>
        <p:spPr>
          <a:xfrm>
            <a:off x="9528048" y="5394960"/>
            <a:ext cx="18745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£5–£15</a:t>
            </a:r>
            <a:endParaRPr lang="en-US" sz="2400" dirty="0"/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13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37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Item #1: Apple Watch Series 8 (used, £80–£100)</a:t>
            </a:r>
            <a:endParaRPr lang="en-US" sz="1600" dirty="0"/>
          </a:p>
        </p:txBody>
      </p:sp>
      <p:sp>
        <p:nvSpPr>
          <p:cNvPr id="4" name="text_38"/>
          <p:cNvSpPr txBox="1"/>
          <p:nvPr/>
        </p:nvSpPr>
        <p:spPr>
          <a:xfrm>
            <a:off x="457200" y="822960"/>
            <a:ext cx="76809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6600" dirty="0">
                <a:solidFill>
                  <a:srgbClr val="1E6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APPLE WATCH</a:t>
            </a:r>
            <a:endParaRPr lang="en-US" sz="6600" dirty="0"/>
          </a:p>
        </p:txBody>
      </p:sp>
      <p:sp>
        <p:nvSpPr>
          <p:cNvPr id="5" name="text_39"/>
          <p:cNvSpPr txBox="1"/>
          <p:nvPr/>
        </p:nvSpPr>
        <p:spPr>
          <a:xfrm>
            <a:off x="457200" y="2194560"/>
            <a:ext cx="7589520" cy="3383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Tells the time (revolutionary)</a:t>
            </a:r>
            <a:endParaRPr lang="en-US" sz="2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Counts my steps. Fitness era. 🏃</a:t>
            </a:r>
            <a:endParaRPr lang="en-US" sz="2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Makes me 14% cooler*</a:t>
            </a:r>
            <a:endParaRPr lang="en-US" sz="28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✅ I will take SO much care of it</a:t>
            </a:r>
            <a:endParaRPr lang="en-US" sz="2800" dirty="0"/>
          </a:p>
        </p:txBody>
      </p:sp>
      <p:sp>
        <p:nvSpPr>
          <p:cNvPr id="6" name="text_40"/>
          <p:cNvSpPr txBox="1"/>
          <p:nvPr/>
        </p:nvSpPr>
        <p:spPr>
          <a:xfrm>
            <a:off x="45720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*scientifically proven by me</a:t>
            </a:r>
            <a:endParaRPr lang="en-US" sz="1400" dirty="0"/>
          </a:p>
        </p:txBody>
      </p:sp>
      <p:pic>
        <p:nvPicPr>
          <p:cNvPr id="7" name="svg_watch_41" descr="Smartwat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822960"/>
            <a:ext cx="3200400" cy="3784821"/>
          </a:xfrm>
          <a:prstGeom prst="rect">
            <a:avLst/>
          </a:prstGeom>
        </p:spPr>
      </p:pic>
      <p:pic>
        <p:nvPicPr>
          <p:cNvPr id="8" name="blue_cool_42" descr="Cool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4480560"/>
            <a:ext cx="2103120" cy="19481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vortex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700" autoRev="1" repeatCount="indefinite" fill="hold"/>
                                        <p:tgtEl>
                                          <p:spTgt spid="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720"/>
                                          </p:val>
                                        </p:tav>
                                        <p:tav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x_43"/>
          <p:cNvSpPr/>
          <p:nvPr/>
        </p:nvSpPr>
        <p:spPr>
          <a:xfrm>
            <a:off x="457200" y="365760"/>
            <a:ext cx="7223760" cy="6126480"/>
          </a:xfrm>
          <a:prstGeom prst="roundRect">
            <a:avLst>
              <a:gd name="adj" fmla="val 37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4" name="text_44"/>
          <p:cNvSpPr txBox="1"/>
          <p:nvPr/>
        </p:nvSpPr>
        <p:spPr>
          <a:xfrm>
            <a:off x="731520" y="502920"/>
            <a:ext cx="66751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Item #2: AirPods Pro (used, £40–£50)</a:t>
            </a:r>
            <a:endParaRPr lang="en-US" sz="1600" dirty="0"/>
          </a:p>
        </p:txBody>
      </p:sp>
      <p:sp>
        <p:nvSpPr>
          <p:cNvPr id="5" name="text_45"/>
          <p:cNvSpPr txBox="1"/>
          <p:nvPr/>
        </p:nvSpPr>
        <p:spPr>
          <a:xfrm>
            <a:off x="731520" y="960120"/>
            <a:ext cx="6675120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7C3AE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AIRPODS</a:t>
            </a:r>
            <a:endParaRPr lang="en-US" sz="6400" dirty="0"/>
          </a:p>
        </p:txBody>
      </p:sp>
      <p:sp>
        <p:nvSpPr>
          <p:cNvPr id="6" name="text_46"/>
          <p:cNvSpPr txBox="1"/>
          <p:nvPr/>
        </p:nvSpPr>
        <p:spPr>
          <a:xfrm>
            <a:off x="731520" y="2103120"/>
            <a:ext cx="6675120" cy="4114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🎵 Pair with an iPhone in ONE TAP. Like magic.</a:t>
            </a:r>
            <a:endParaRPr lang="en-US" sz="2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🔊 "Dinner's ready" but in 3D surround sound</a:t>
            </a:r>
            <a:endParaRPr lang="en-US" sz="2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🚗 Car journey playlist (I will be a great DJ)</a:t>
            </a:r>
            <a:endParaRPr lang="en-US" sz="2400" dirty="0"/>
          </a:p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🧘 Peace and quiet. For everyone. Honestly.</a:t>
            </a:r>
            <a:endParaRPr lang="en-US" sz="2400" dirty="0"/>
          </a:p>
        </p:txBody>
      </p:sp>
      <p:pic>
        <p:nvPicPr>
          <p:cNvPr id="7" name="svg_airpods_47" descr="Wireless earbu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548640"/>
            <a:ext cx="3566160" cy="3566160"/>
          </a:xfrm>
          <a:prstGeom prst="rect">
            <a:avLst/>
          </a:prstGeom>
        </p:spPr>
      </p:pic>
      <p:pic>
        <p:nvPicPr>
          <p:cNvPr id="8" name="blue_heart_48" descr="Blue heart-eyes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931920"/>
            <a:ext cx="2560320" cy="23716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700" autoRev="1" repeatCount="indefinite" fill="hold"/>
                                        <p:tgtEl>
                                          <p:spTgt spid="8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49"/>
          <p:cNvSpPr txBox="1"/>
          <p:nvPr/>
        </p:nvSpPr>
        <p:spPr>
          <a:xfrm>
            <a:off x="457200" y="182880"/>
            <a:ext cx="11274552" cy="1737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BUT WAIT!!!</a:t>
            </a:r>
            <a:endParaRPr lang="en-US" sz="11000" dirty="0"/>
          </a:p>
        </p:txBody>
      </p:sp>
      <p:sp>
        <p:nvSpPr>
          <p:cNvPr id="4" name="text_50"/>
          <p:cNvSpPr txBox="1"/>
          <p:nvPr/>
        </p:nvSpPr>
        <p:spPr>
          <a:xfrm>
            <a:off x="457200" y="1965960"/>
            <a:ext cx="11274552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600" b="1" dirty="0">
                <a:ln w="190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🚨 FAKE AIRPODS ARE EVERYWHERE 🚨</a:t>
            </a:r>
            <a:endParaRPr lang="en-US" sz="3600" dirty="0"/>
          </a:p>
        </p:txBody>
      </p:sp>
      <p:sp>
        <p:nvSpPr>
          <p:cNvPr id="5" name="text_51"/>
          <p:cNvSpPr txBox="1"/>
          <p:nvPr/>
        </p:nvSpPr>
        <p:spPr>
          <a:xfrm>
            <a:off x="3200400" y="3200400"/>
            <a:ext cx="5788152" cy="1737360"/>
          </a:xfrm>
          <a:prstGeom prst="roundRect">
            <a:avLst>
              <a:gd name="adj" fmla="val 10526"/>
            </a:avLst>
          </a:prstGeom>
          <a:solidFill>
            <a:srgbClr val="FFC107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 out of 10 fake AirPods are fake*</a:t>
            </a:r>
            <a:endParaRPr lang="en-US" sz="4000" dirty="0"/>
          </a:p>
        </p:txBody>
      </p:sp>
      <p:sp>
        <p:nvSpPr>
          <p:cNvPr id="6" name="text_52"/>
          <p:cNvSpPr txBox="1"/>
          <p:nvPr/>
        </p:nvSpPr>
        <p:spPr>
          <a:xfrm>
            <a:off x="3200400" y="5029200"/>
            <a:ext cx="5788152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*I did the maths</a:t>
            </a:r>
            <a:endParaRPr lang="en-US" sz="1600" dirty="0"/>
          </a:p>
        </p:txBody>
      </p:sp>
      <p:pic>
        <p:nvPicPr>
          <p:cNvPr id="7" name="blue_scream_53" descr="Screaming blue emo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2651760" cy="2456312"/>
          </a:xfrm>
          <a:prstGeom prst="rect">
            <a:avLst/>
          </a:prstGeom>
        </p:spPr>
      </p:pic>
      <p:pic>
        <p:nvPicPr>
          <p:cNvPr id="8" name="obj_siren_54" descr="Sir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3108960"/>
            <a:ext cx="2468880" cy="2286911"/>
          </a:xfrm>
          <a:prstGeom prst="rect">
            <a:avLst/>
          </a:prstGeom>
        </p:spPr>
      </p:pic>
      <p:pic>
        <p:nvPicPr>
          <p:cNvPr id="9" name="obj_siren_55" descr="Sir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486400"/>
            <a:ext cx="1188720" cy="1101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13" dur="350" autoRev="1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700" autoRev="1" repeatCount="indefinite" fill="hold"/>
                                        <p:tgtEl>
                                          <p:spTgt spid="8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6" presetClass="emp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7" dur="700" autoRev="1" repeatCount="indefinite" fill="hold"/>
                                        <p:tgtEl>
                                          <p:spTgt spid="9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56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TO SPOT A FAKE</a:t>
            </a:r>
            <a:endParaRPr lang="en-US" sz="5600" dirty="0"/>
          </a:p>
        </p:txBody>
      </p:sp>
      <p:sp>
        <p:nvSpPr>
          <p:cNvPr id="4" name="box_57"/>
          <p:cNvSpPr/>
          <p:nvPr/>
        </p:nvSpPr>
        <p:spPr>
          <a:xfrm>
            <a:off x="548640" y="1554480"/>
            <a:ext cx="5120640" cy="3474720"/>
          </a:xfrm>
          <a:prstGeom prst="roundRect">
            <a:avLst>
              <a:gd name="adj" fmla="val 6579"/>
            </a:avLst>
          </a:prstGeom>
          <a:solidFill>
            <a:srgbClr val="E8FBE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_58"/>
          <p:cNvSpPr txBox="1"/>
          <p:nvPr/>
        </p:nvSpPr>
        <p:spPr>
          <a:xfrm>
            <a:off x="73152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0B6B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 ✅</a:t>
            </a:r>
            <a:endParaRPr lang="en-US" sz="4400" dirty="0"/>
          </a:p>
        </p:txBody>
      </p:sp>
      <p:sp>
        <p:nvSpPr>
          <p:cNvPr id="6" name="text_59"/>
          <p:cNvSpPr txBox="1"/>
          <p:nvPr/>
        </p:nvSpPr>
        <p:spPr>
          <a:xfrm>
            <a:off x="73152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 serial number you can check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Pop-up on an iPhone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Sounds like music</a:t>
            </a:r>
            <a:endParaRPr lang="en-US" sz="2400" dirty="0"/>
          </a:p>
        </p:txBody>
      </p:sp>
      <p:sp>
        <p:nvSpPr>
          <p:cNvPr id="7" name="box_60"/>
          <p:cNvSpPr/>
          <p:nvPr/>
        </p:nvSpPr>
        <p:spPr>
          <a:xfrm>
            <a:off x="6492240" y="1554480"/>
            <a:ext cx="5120640" cy="3474720"/>
          </a:xfrm>
          <a:prstGeom prst="roundRect">
            <a:avLst>
              <a:gd name="adj" fmla="val 6579"/>
            </a:avLst>
          </a:prstGeom>
          <a:solidFill>
            <a:srgbClr val="FFE8E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8" name="text_61"/>
          <p:cNvSpPr txBox="1"/>
          <p:nvPr/>
        </p:nvSpPr>
        <p:spPr>
          <a:xfrm>
            <a:off x="6675120" y="1645920"/>
            <a:ext cx="47548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44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FAKE ❌</a:t>
            </a:r>
            <a:endParaRPr lang="en-US" sz="4400" dirty="0"/>
          </a:p>
        </p:txBody>
      </p:sp>
      <p:sp>
        <p:nvSpPr>
          <p:cNvPr id="9" name="text_62"/>
          <p:cNvSpPr txBox="1"/>
          <p:nvPr/>
        </p:nvSpPr>
        <p:spPr>
          <a:xfrm>
            <a:off x="6675120" y="2468880"/>
            <a:ext cx="4754880" cy="2377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Serial number: "trust me bro"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Sounds like a bin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Arrives in a sandwich bag</a:t>
            </a:r>
            <a:endParaRPr lang="en-US" sz="2400" dirty="0"/>
          </a:p>
        </p:txBody>
      </p:sp>
      <p:pic>
        <p:nvPicPr>
          <p:cNvPr id="10" name="obj_magnify_63" descr="Magnifying glas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1371600" cy="1270506"/>
          </a:xfrm>
          <a:prstGeom prst="rect">
            <a:avLst/>
          </a:prstGeom>
        </p:spPr>
      </p:pic>
      <p:sp>
        <p:nvSpPr>
          <p:cNvPr id="11" name="text_64"/>
          <p:cNvSpPr txBox="1"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ln w="12700">
                  <a:solidFill>
                    <a:srgbClr val="000000"/>
                  </a:solidFill>
                </a:ln>
                <a:solidFill>
                  <a:srgbClr val="FFC10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That's why I need to be THERE when we buy them 👀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doors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4000" fill="hold" repeatCount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65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PLAN</a:t>
            </a:r>
            <a:endParaRPr lang="en-US" sz="7200" dirty="0"/>
          </a:p>
        </p:txBody>
      </p:sp>
      <p:sp>
        <p:nvSpPr>
          <p:cNvPr id="4" name="text_66"/>
          <p:cNvSpPr txBox="1"/>
          <p:nvPr/>
        </p:nvSpPr>
        <p:spPr>
          <a:xfrm>
            <a:off x="457200" y="1280160"/>
            <a:ext cx="11274552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6B3A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Money, not merch</a:t>
            </a:r>
            <a:endParaRPr lang="en-US" sz="3000" dirty="0"/>
          </a:p>
        </p:txBody>
      </p:sp>
      <p:sp>
        <p:nvSpPr>
          <p:cNvPr id="5" name="box_67"/>
          <p:cNvSpPr/>
          <p:nvPr/>
        </p:nvSpPr>
        <p:spPr>
          <a:xfrm>
            <a:off x="50292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FFF3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6" name="obj_pound_68" descr="You give me the MON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331720"/>
            <a:ext cx="1463040" cy="1355206"/>
          </a:xfrm>
          <a:prstGeom prst="rect">
            <a:avLst/>
          </a:prstGeom>
        </p:spPr>
      </p:pic>
      <p:sp>
        <p:nvSpPr>
          <p:cNvPr id="7" name="text_69"/>
          <p:cNvSpPr txBox="1"/>
          <p:nvPr/>
        </p:nvSpPr>
        <p:spPr>
          <a:xfrm>
            <a:off x="59436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give me the MONEY</a:t>
            </a:r>
            <a:endParaRPr lang="en-US" sz="2000" dirty="0"/>
          </a:p>
        </p:txBody>
      </p:sp>
      <p:sp>
        <p:nvSpPr>
          <p:cNvPr id="8" name="arrow_0"/>
          <p:cNvSpPr/>
          <p:nvPr/>
        </p:nvSpPr>
        <p:spPr>
          <a:xfrm>
            <a:off x="2926080" y="3383280"/>
            <a:ext cx="457200" cy="45720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box_70"/>
          <p:cNvSpPr/>
          <p:nvPr/>
        </p:nvSpPr>
        <p:spPr>
          <a:xfrm>
            <a:off x="342900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D6F5E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0" name="obj_cart_71" descr="Later, we go shopping TOGETH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331720"/>
            <a:ext cx="1463040" cy="1355206"/>
          </a:xfrm>
          <a:prstGeom prst="rect">
            <a:avLst/>
          </a:prstGeom>
        </p:spPr>
      </p:pic>
      <p:sp>
        <p:nvSpPr>
          <p:cNvPr id="11" name="text_72"/>
          <p:cNvSpPr txBox="1"/>
          <p:nvPr/>
        </p:nvSpPr>
        <p:spPr>
          <a:xfrm>
            <a:off x="352044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Later, we go shopping TOGETHER</a:t>
            </a:r>
            <a:endParaRPr lang="en-US" sz="2000" dirty="0"/>
          </a:p>
        </p:txBody>
      </p:sp>
      <p:sp>
        <p:nvSpPr>
          <p:cNvPr id="12" name="arrow_1"/>
          <p:cNvSpPr/>
          <p:nvPr/>
        </p:nvSpPr>
        <p:spPr>
          <a:xfrm>
            <a:off x="5852160" y="3383280"/>
            <a:ext cx="457200" cy="45720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box_73"/>
          <p:cNvSpPr/>
          <p:nvPr/>
        </p:nvSpPr>
        <p:spPr>
          <a:xfrm>
            <a:off x="635508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DCE9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4" name="obj_magnify_74" descr="We pick the REAL on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331720"/>
            <a:ext cx="1463040" cy="1355206"/>
          </a:xfrm>
          <a:prstGeom prst="rect">
            <a:avLst/>
          </a:prstGeom>
        </p:spPr>
      </p:pic>
      <p:sp>
        <p:nvSpPr>
          <p:cNvPr id="15" name="text_75"/>
          <p:cNvSpPr txBox="1"/>
          <p:nvPr/>
        </p:nvSpPr>
        <p:spPr>
          <a:xfrm>
            <a:off x="644652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pick the REAL ones</a:t>
            </a:r>
            <a:endParaRPr lang="en-US" sz="2000" dirty="0"/>
          </a:p>
        </p:txBody>
      </p:sp>
      <p:sp>
        <p:nvSpPr>
          <p:cNvPr id="16" name="arrow_2"/>
          <p:cNvSpPr/>
          <p:nvPr/>
        </p:nvSpPr>
        <p:spPr>
          <a:xfrm>
            <a:off x="8778240" y="3383280"/>
            <a:ext cx="457200" cy="457200"/>
          </a:xfrm>
          <a:prstGeom prst="rightArrow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box_76"/>
          <p:cNvSpPr/>
          <p:nvPr/>
        </p:nvSpPr>
        <p:spPr>
          <a:xfrm>
            <a:off x="9281160" y="2194560"/>
            <a:ext cx="2377440" cy="2926080"/>
          </a:xfrm>
          <a:prstGeom prst="roundRect">
            <a:avLst>
              <a:gd name="adj" fmla="val 9615"/>
            </a:avLst>
          </a:prstGeom>
          <a:solidFill>
            <a:srgbClr val="F0D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8" name="obj_phone_77" descr="I set them up on my i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8360" y="2331720"/>
            <a:ext cx="1463040" cy="1355206"/>
          </a:xfrm>
          <a:prstGeom prst="rect">
            <a:avLst/>
          </a:prstGeom>
        </p:spPr>
      </p:pic>
      <p:sp>
        <p:nvSpPr>
          <p:cNvPr id="19" name="text_78"/>
          <p:cNvSpPr txBox="1"/>
          <p:nvPr/>
        </p:nvSpPr>
        <p:spPr>
          <a:xfrm>
            <a:off x="9372600" y="384048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 set them up on my iPhone</a:t>
            </a:r>
            <a:endParaRPr lang="en-US" sz="2000" dirty="0"/>
          </a:p>
        </p:txBody>
      </p:sp>
      <p:sp>
        <p:nvSpPr>
          <p:cNvPr id="20" name="text_79"/>
          <p:cNvSpPr txBox="1"/>
          <p:nvPr/>
        </p:nvSpPr>
        <p:spPr>
          <a:xfrm>
            <a:off x="731520" y="5486400"/>
            <a:ext cx="1069848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(Apple Watch + AirPods only. Everything else on the list can just be wrapped. Please wrap.)</a:t>
            </a:r>
            <a:endParaRPr lang="en-US" sz="2000" dirty="0"/>
          </a:p>
        </p:txBody>
      </p:sp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1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80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iPHONE PROBLEM</a:t>
            </a:r>
            <a:endParaRPr lang="en-US" sz="6000" dirty="0"/>
          </a:p>
        </p:txBody>
      </p:sp>
      <p:sp>
        <p:nvSpPr>
          <p:cNvPr id="4" name="box_81"/>
          <p:cNvSpPr/>
          <p:nvPr/>
        </p:nvSpPr>
        <p:spPr>
          <a:xfrm>
            <a:off x="822960" y="1600200"/>
            <a:ext cx="10515600" cy="1417320"/>
          </a:xfrm>
          <a:prstGeom prst="roundRect">
            <a:avLst>
              <a:gd name="adj" fmla="val 16129"/>
            </a:avLst>
          </a:prstGeom>
          <a:solidFill>
            <a:srgbClr val="FFF3C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5" name="obj_watch_82" descr="An Apple Watch has to be set up with an iPhone.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691640"/>
            <a:ext cx="1234440" cy="1143455"/>
          </a:xfrm>
          <a:prstGeom prst="rect">
            <a:avLst/>
          </a:prstGeom>
        </p:spPr>
      </p:pic>
      <p:sp>
        <p:nvSpPr>
          <p:cNvPr id="6" name="text_83"/>
          <p:cNvSpPr txBox="1"/>
          <p:nvPr/>
        </p:nvSpPr>
        <p:spPr>
          <a:xfrm>
            <a:off x="2468880" y="1691640"/>
            <a:ext cx="868680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An Apple Watch has to be set up with an iPhone.</a:t>
            </a:r>
            <a:endParaRPr lang="en-US" sz="2800" dirty="0"/>
          </a:p>
        </p:txBody>
      </p:sp>
      <p:sp>
        <p:nvSpPr>
          <p:cNvPr id="7" name="box_84"/>
          <p:cNvSpPr/>
          <p:nvPr/>
        </p:nvSpPr>
        <p:spPr>
          <a:xfrm>
            <a:off x="822960" y="3200400"/>
            <a:ext cx="10515600" cy="1417320"/>
          </a:xfrm>
          <a:prstGeom prst="roundRect">
            <a:avLst>
              <a:gd name="adj" fmla="val 16129"/>
            </a:avLst>
          </a:prstGeom>
          <a:solidFill>
            <a:srgbClr val="D6F5E3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8" name="obj_headphones_85" descr="AirPods work BEST with an iPhone (one tap, done).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91840"/>
            <a:ext cx="1234440" cy="1143455"/>
          </a:xfrm>
          <a:prstGeom prst="rect">
            <a:avLst/>
          </a:prstGeom>
        </p:spPr>
      </p:pic>
      <p:sp>
        <p:nvSpPr>
          <p:cNvPr id="9" name="text_86"/>
          <p:cNvSpPr txBox="1"/>
          <p:nvPr/>
        </p:nvSpPr>
        <p:spPr>
          <a:xfrm>
            <a:off x="2468880" y="3291840"/>
            <a:ext cx="868680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AirPods work BEST with an iPhone (one tap, done).</a:t>
            </a:r>
            <a:endParaRPr lang="en-US" sz="2800" dirty="0"/>
          </a:p>
        </p:txBody>
      </p:sp>
      <p:sp>
        <p:nvSpPr>
          <p:cNvPr id="10" name="box_87"/>
          <p:cNvSpPr/>
          <p:nvPr/>
        </p:nvSpPr>
        <p:spPr>
          <a:xfrm>
            <a:off x="822960" y="4800600"/>
            <a:ext cx="10515600" cy="1417320"/>
          </a:xfrm>
          <a:prstGeom prst="roundRect">
            <a:avLst>
              <a:gd name="adj" fmla="val 16129"/>
            </a:avLst>
          </a:prstGeom>
          <a:solidFill>
            <a:srgbClr val="F0D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1" name="obj_phone_88" descr="iPhones owned by Mum &amp; Dad: 0.   Owned by me: 1.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892040"/>
            <a:ext cx="1234440" cy="1143455"/>
          </a:xfrm>
          <a:prstGeom prst="rect">
            <a:avLst/>
          </a:prstGeom>
        </p:spPr>
      </p:pic>
      <p:sp>
        <p:nvSpPr>
          <p:cNvPr id="12" name="text_89"/>
          <p:cNvSpPr txBox="1"/>
          <p:nvPr/>
        </p:nvSpPr>
        <p:spPr>
          <a:xfrm>
            <a:off x="2468880" y="4892040"/>
            <a:ext cx="8686800" cy="12344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iPhones owned by Mum &amp; Dad: 0.   Owned by me: 1.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ferris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90"/>
          <p:cNvSpPr txBox="1"/>
          <p:nvPr/>
        </p:nvSpPr>
        <p:spPr>
          <a:xfrm>
            <a:off x="457200" y="18288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6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WHY NOT ASK BIG BRO?</a:t>
            </a:r>
            <a:endParaRPr lang="en-US" sz="6000" dirty="0"/>
          </a:p>
        </p:txBody>
      </p:sp>
      <p:sp>
        <p:nvSpPr>
          <p:cNvPr id="4" name="box_91"/>
          <p:cNvSpPr/>
          <p:nvPr/>
        </p:nvSpPr>
        <p:spPr>
          <a:xfrm>
            <a:off x="822960" y="1645920"/>
            <a:ext cx="10515600" cy="310896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_92"/>
          <p:cNvSpPr txBox="1"/>
          <p:nvPr/>
        </p:nvSpPr>
        <p:spPr>
          <a:xfrm>
            <a:off x="1097280" y="1783080"/>
            <a:ext cx="731520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He DOES own an iPhone. 📱</a:t>
            </a:r>
            <a:endParaRPr lang="en-US" sz="3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30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But he's BOOKED and BUSY all holiday 📅</a:t>
            </a:r>
            <a:endParaRPr lang="en-US" sz="30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000" b="1" dirty="0">
                <a:solidFill>
                  <a:srgbClr val="777777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(He said sorry. I said it's fine. It is not fine.)</a:t>
            </a:r>
            <a:endParaRPr lang="en-US" sz="3000" dirty="0"/>
          </a:p>
        </p:txBody>
      </p:sp>
      <p:pic>
        <p:nvPicPr>
          <p:cNvPr id="6" name="obj_calendar_93" descr="Calend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0"/>
            <a:ext cx="2194560" cy="2032810"/>
          </a:xfrm>
          <a:prstGeom prst="rect">
            <a:avLst/>
          </a:prstGeom>
        </p:spPr>
      </p:pic>
      <p:pic>
        <p:nvPicPr>
          <p:cNvPr id="7" name="blue_sob_94" descr="Crying blue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709160"/>
            <a:ext cx="2011680" cy="1863409"/>
          </a:xfrm>
          <a:prstGeom prst="rect">
            <a:avLst/>
          </a:prstGeom>
        </p:spPr>
      </p:pic>
      <p:sp>
        <p:nvSpPr>
          <p:cNvPr id="8" name="text_95"/>
          <p:cNvSpPr txBox="1"/>
          <p:nvPr/>
        </p:nvSpPr>
        <p:spPr>
          <a:xfrm rot="-180000">
            <a:off x="6583680" y="5074920"/>
            <a:ext cx="484632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800" b="1" dirty="0">
                <a:ln w="127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Calendar status: FULL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700" autoRev="1" repeatCount="indefinite" fill="hold"/>
                                        <p:tgtEl>
                                          <p:spTgt spid="6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5" presetClass="emp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900000">
                                      <p:cBhvr>
                                        <p:cTn id="7" dur="350" autoRev="1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96"/>
          <p:cNvSpPr txBox="1"/>
          <p:nvPr/>
        </p:nvSpPr>
        <p:spPr>
          <a:xfrm>
            <a:off x="457200" y="22860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B6B3A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HOW THE SHOPPING TRIP WORKS</a:t>
            </a:r>
            <a:endParaRPr lang="en-US" sz="5400" dirty="0"/>
          </a:p>
        </p:txBody>
      </p:sp>
      <p:sp>
        <p:nvSpPr>
          <p:cNvPr id="4" name="text_97"/>
          <p:cNvSpPr txBox="1"/>
          <p:nvPr/>
        </p:nvSpPr>
        <p:spPr>
          <a:xfrm>
            <a:off x="640080" y="1554480"/>
            <a:ext cx="914400" cy="914400"/>
          </a:xfrm>
          <a:prstGeom prst="ellipse">
            <a:avLst/>
          </a:prstGeom>
          <a:solidFill>
            <a:srgbClr val="C8102E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_98"/>
          <p:cNvSpPr txBox="1"/>
          <p:nvPr/>
        </p:nvSpPr>
        <p:spPr>
          <a:xfrm>
            <a:off x="1737360" y="155448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go together (you can carry the bags 🛍️)</a:t>
            </a:r>
            <a:endParaRPr lang="en-US" sz="2600" dirty="0"/>
          </a:p>
        </p:txBody>
      </p:sp>
      <p:sp>
        <p:nvSpPr>
          <p:cNvPr id="6" name="text_99"/>
          <p:cNvSpPr txBox="1"/>
          <p:nvPr/>
        </p:nvSpPr>
        <p:spPr>
          <a:xfrm>
            <a:off x="640080" y="2743200"/>
            <a:ext cx="914400" cy="914400"/>
          </a:xfrm>
          <a:prstGeom prst="ellipse">
            <a:avLst/>
          </a:prstGeom>
          <a:solidFill>
            <a:srgbClr val="0B6B3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_100"/>
          <p:cNvSpPr txBox="1"/>
          <p:nvPr/>
        </p:nvSpPr>
        <p:spPr>
          <a:xfrm>
            <a:off x="1737360" y="274320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We check the serial number is REAL 🔍</a:t>
            </a:r>
            <a:endParaRPr lang="en-US" sz="2600" dirty="0"/>
          </a:p>
        </p:txBody>
      </p:sp>
      <p:sp>
        <p:nvSpPr>
          <p:cNvPr id="8" name="text_101"/>
          <p:cNvSpPr txBox="1"/>
          <p:nvPr/>
        </p:nvSpPr>
        <p:spPr>
          <a:xfrm>
            <a:off x="640080" y="3931920"/>
            <a:ext cx="914400" cy="914400"/>
          </a:xfrm>
          <a:prstGeom prst="ellipse">
            <a:avLst/>
          </a:prstGeom>
          <a:solidFill>
            <a:srgbClr val="1E6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text_102"/>
          <p:cNvSpPr txBox="1"/>
          <p:nvPr/>
        </p:nvSpPr>
        <p:spPr>
          <a:xfrm>
            <a:off x="1737360" y="393192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 pay. I say THANK YOU. Loudly.</a:t>
            </a:r>
            <a:endParaRPr lang="en-US" sz="2600" dirty="0"/>
          </a:p>
        </p:txBody>
      </p:sp>
      <p:sp>
        <p:nvSpPr>
          <p:cNvPr id="10" name="text_103"/>
          <p:cNvSpPr txBox="1"/>
          <p:nvPr/>
        </p:nvSpPr>
        <p:spPr>
          <a:xfrm>
            <a:off x="640080" y="5120640"/>
            <a:ext cx="914400" cy="914400"/>
          </a:xfrm>
          <a:prstGeom prst="ellipse">
            <a:avLst/>
          </a:prstGeom>
          <a:solidFill>
            <a:srgbClr val="7C3AED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_104"/>
          <p:cNvSpPr txBox="1"/>
          <p:nvPr/>
        </p:nvSpPr>
        <p:spPr>
          <a:xfrm>
            <a:off x="1737360" y="5120640"/>
            <a:ext cx="65836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I set it up on my iPhone. Done. ✨</a:t>
            </a:r>
            <a:endParaRPr lang="en-US" sz="2600" dirty="0"/>
          </a:p>
        </p:txBody>
      </p:sp>
      <p:pic>
        <p:nvPicPr>
          <p:cNvPr id="12" name="blue_party_105" descr="Party blue emoj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1371600"/>
            <a:ext cx="3108960" cy="2879814"/>
          </a:xfrm>
          <a:prstGeom prst="rect">
            <a:avLst/>
          </a:prstGeom>
        </p:spPr>
      </p:pic>
      <p:pic>
        <p:nvPicPr>
          <p:cNvPr id="13" name="obj_shopping_106" descr="Shopping bag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4480560"/>
            <a:ext cx="2011680" cy="18634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litter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" dur="5000" fill="hold" repeatCount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5" dur="700" autoRev="1" repeatCount="indefinite" fill="hold"/>
                                        <p:tgtEl>
                                          <p:spTgt spid="1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07"/>
          <p:cNvSpPr txBox="1"/>
          <p:nvPr/>
        </p:nvSpPr>
        <p:spPr>
          <a:xfrm>
            <a:off x="457200" y="137160"/>
            <a:ext cx="1127455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SMALL STUFF</a:t>
            </a:r>
            <a:endParaRPr lang="en-US" sz="5600" dirty="0"/>
          </a:p>
        </p:txBody>
      </p:sp>
      <p:sp>
        <p:nvSpPr>
          <p:cNvPr id="4" name="box_108"/>
          <p:cNvSpPr/>
          <p:nvPr/>
        </p:nvSpPr>
        <p:spPr>
          <a:xfrm>
            <a:off x="548640" y="150876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5" name="svg_magsafe_109" descr="svg magsa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8800"/>
            <a:ext cx="1737360" cy="1737360"/>
          </a:xfrm>
          <a:prstGeom prst="rect">
            <a:avLst/>
          </a:prstGeom>
        </p:spPr>
      </p:pic>
      <p:sp>
        <p:nvSpPr>
          <p:cNvPr id="6" name="text_110"/>
          <p:cNvSpPr txBox="1"/>
          <p:nvPr/>
        </p:nvSpPr>
        <p:spPr>
          <a:xfrm>
            <a:off x="256032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MagSafe Charger</a:t>
            </a:r>
            <a:endParaRPr lang="en-US" sz="2400" dirty="0"/>
          </a:p>
        </p:txBody>
      </p:sp>
      <p:sp>
        <p:nvSpPr>
          <p:cNvPr id="7" name="text_111"/>
          <p:cNvSpPr txBox="1"/>
          <p:nvPr/>
        </p:nvSpPr>
        <p:spPr>
          <a:xfrm>
            <a:off x="256032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~£20–£25</a:t>
            </a:r>
            <a:endParaRPr lang="en-US" sz="2600" dirty="0"/>
          </a:p>
        </p:txBody>
      </p:sp>
      <p:sp>
        <p:nvSpPr>
          <p:cNvPr id="8" name="text_112"/>
          <p:cNvSpPr txBox="1"/>
          <p:nvPr/>
        </p:nvSpPr>
        <p:spPr>
          <a:xfrm>
            <a:off x="256032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Wires are so last decade.</a:t>
            </a:r>
            <a:endParaRPr lang="en-US" sz="1700" dirty="0"/>
          </a:p>
        </p:txBody>
      </p:sp>
      <p:sp>
        <p:nvSpPr>
          <p:cNvPr id="9" name="box_113"/>
          <p:cNvSpPr/>
          <p:nvPr/>
        </p:nvSpPr>
        <p:spPr>
          <a:xfrm>
            <a:off x="6263640" y="150876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0" name="svg_buffer_114" descr="svg buff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828800"/>
            <a:ext cx="1737360" cy="804473"/>
          </a:xfrm>
          <a:prstGeom prst="rect">
            <a:avLst/>
          </a:prstGeom>
        </p:spPr>
      </p:pic>
      <p:sp>
        <p:nvSpPr>
          <p:cNvPr id="11" name="text_115"/>
          <p:cNvSpPr txBox="1"/>
          <p:nvPr/>
        </p:nvSpPr>
        <p:spPr>
          <a:xfrm>
            <a:off x="8275320" y="16459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Nail buffer</a:t>
            </a:r>
            <a:endParaRPr lang="en-US" sz="2400" dirty="0"/>
          </a:p>
        </p:txBody>
      </p:sp>
      <p:sp>
        <p:nvSpPr>
          <p:cNvPr id="12" name="text_116"/>
          <p:cNvSpPr txBox="1"/>
          <p:nvPr/>
        </p:nvSpPr>
        <p:spPr>
          <a:xfrm>
            <a:off x="8275320" y="219456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~£3</a:t>
            </a:r>
            <a:endParaRPr lang="en-US" sz="2600" dirty="0"/>
          </a:p>
        </p:txBody>
      </p:sp>
      <p:sp>
        <p:nvSpPr>
          <p:cNvPr id="13" name="text_117"/>
          <p:cNvSpPr txBox="1"/>
          <p:nvPr/>
        </p:nvSpPr>
        <p:spPr>
          <a:xfrm>
            <a:off x="8275320" y="278892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Three pounds. Basically free.</a:t>
            </a:r>
            <a:endParaRPr lang="en-US" sz="1700" dirty="0"/>
          </a:p>
        </p:txBody>
      </p:sp>
      <p:sp>
        <p:nvSpPr>
          <p:cNvPr id="14" name="box_118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15" name="svg_razor_119" descr="svg raz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251960"/>
            <a:ext cx="1737360" cy="804473"/>
          </a:xfrm>
          <a:prstGeom prst="rect">
            <a:avLst/>
          </a:prstGeom>
        </p:spPr>
      </p:pic>
      <p:sp>
        <p:nvSpPr>
          <p:cNvPr id="16" name="text_120"/>
          <p:cNvSpPr txBox="1"/>
          <p:nvPr/>
        </p:nvSpPr>
        <p:spPr>
          <a:xfrm>
            <a:off x="256032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Eyebrow razor</a:t>
            </a:r>
            <a:endParaRPr lang="en-US" sz="2400" dirty="0"/>
          </a:p>
        </p:txBody>
      </p:sp>
      <p:sp>
        <p:nvSpPr>
          <p:cNvPr id="17" name="text_121"/>
          <p:cNvSpPr txBox="1"/>
          <p:nvPr/>
        </p:nvSpPr>
        <p:spPr>
          <a:xfrm>
            <a:off x="256032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£3–£5</a:t>
            </a:r>
            <a:endParaRPr lang="en-US" sz="2600" dirty="0"/>
          </a:p>
        </p:txBody>
      </p:sp>
      <p:sp>
        <p:nvSpPr>
          <p:cNvPr id="18" name="text_122"/>
          <p:cNvSpPr txBox="1"/>
          <p:nvPr/>
        </p:nvSpPr>
        <p:spPr>
          <a:xfrm>
            <a:off x="256032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Eyebrows: tidy. Confidence: 100%.</a:t>
            </a:r>
            <a:endParaRPr lang="en-US" sz="1700" dirty="0"/>
          </a:p>
        </p:txBody>
      </p:sp>
      <p:sp>
        <p:nvSpPr>
          <p:cNvPr id="19" name="box_123"/>
          <p:cNvSpPr/>
          <p:nvPr/>
        </p:nvSpPr>
        <p:spPr>
          <a:xfrm>
            <a:off x="6263640" y="3931920"/>
            <a:ext cx="5440680" cy="219456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pic>
        <p:nvPicPr>
          <p:cNvPr id="20" name="svg_mousepad_124" descr="svg mousepad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51960"/>
            <a:ext cx="1737360" cy="1367227"/>
          </a:xfrm>
          <a:prstGeom prst="rect">
            <a:avLst/>
          </a:prstGeom>
        </p:spPr>
      </p:pic>
      <p:sp>
        <p:nvSpPr>
          <p:cNvPr id="21" name="text_125"/>
          <p:cNvSpPr txBox="1"/>
          <p:nvPr/>
        </p:nvSpPr>
        <p:spPr>
          <a:xfrm>
            <a:off x="8275320" y="406908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Mouse pad</a:t>
            </a:r>
            <a:endParaRPr lang="en-US" sz="2400" dirty="0"/>
          </a:p>
        </p:txBody>
      </p:sp>
      <p:sp>
        <p:nvSpPr>
          <p:cNvPr id="22" name="text_126"/>
          <p:cNvSpPr txBox="1"/>
          <p:nvPr/>
        </p:nvSpPr>
        <p:spPr>
          <a:xfrm>
            <a:off x="8275320" y="4617720"/>
            <a:ext cx="329184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£5–£15</a:t>
            </a:r>
            <a:endParaRPr lang="en-US" sz="2600" dirty="0"/>
          </a:p>
        </p:txBody>
      </p:sp>
      <p:sp>
        <p:nvSpPr>
          <p:cNvPr id="23" name="text_127"/>
          <p:cNvSpPr txBox="1"/>
          <p:nvPr/>
        </p:nvSpPr>
        <p:spPr>
          <a:xfrm>
            <a:off x="827532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Every mouse deserves a home.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28"/>
          <p:cNvSpPr txBox="1"/>
          <p:nvPr/>
        </p:nvSpPr>
        <p:spPr>
          <a:xfrm>
            <a:off x="457200" y="13716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TOTAL COST</a:t>
            </a:r>
            <a:endParaRPr lang="en-US" sz="5600" dirty="0"/>
          </a:p>
        </p:txBody>
      </p:sp>
      <p:sp>
        <p:nvSpPr>
          <p:cNvPr id="4" name="text_129"/>
          <p:cNvSpPr txBox="1"/>
          <p:nvPr/>
        </p:nvSpPr>
        <p:spPr>
          <a:xfrm>
            <a:off x="457200" y="1280160"/>
            <a:ext cx="11274552" cy="21945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0" dirty="0">
                <a:ln w="50800">
                  <a:solidFill>
                    <a:srgbClr val="FFFFFF"/>
                  </a:solidFill>
                </a:ln>
                <a:solidFill>
                  <a:srgbClr val="C8102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£151 – £198</a:t>
            </a:r>
            <a:endParaRPr lang="en-US" sz="12000" dirty="0"/>
          </a:p>
        </p:txBody>
      </p:sp>
      <p:sp>
        <p:nvSpPr>
          <p:cNvPr id="5" name="text_130"/>
          <p:cNvSpPr txBox="1"/>
          <p:nvPr/>
        </p:nvSpPr>
        <p:spPr>
          <a:xfrm>
            <a:off x="914400" y="3657600"/>
            <a:ext cx="10360152" cy="9144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That's less than 55p a day for a whole year*</a:t>
            </a:r>
            <a:endParaRPr lang="en-US" sz="3200" dirty="0"/>
          </a:p>
        </p:txBody>
      </p:sp>
      <p:sp>
        <p:nvSpPr>
          <p:cNvPr id="6" name="text_131"/>
          <p:cNvSpPr txBox="1"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*£198 ÷ 365 days = 54p. I did the maths. Twice.</a:t>
            </a:r>
            <a:endParaRPr lang="en-US" sz="1600" dirty="0"/>
          </a:p>
        </p:txBody>
      </p:sp>
      <p:pic>
        <p:nvPicPr>
          <p:cNvPr id="7" name="blue_money_132" descr="Money-eyes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89120"/>
            <a:ext cx="2377440" cy="2202210"/>
          </a:xfrm>
          <a:prstGeom prst="rect">
            <a:avLst/>
          </a:prstGeom>
        </p:spPr>
      </p:pic>
      <p:pic>
        <p:nvPicPr>
          <p:cNvPr id="8" name="obj_pig_133" descr="Piggy ba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4480560"/>
            <a:ext cx="2194560" cy="2032810"/>
          </a:xfrm>
          <a:prstGeom prst="rect">
            <a:avLst/>
          </a:prstGeom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13" dur="350" autoRev="1" repeatCount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700" autoRev="1" repeatCount="indefinite" fill="hold"/>
                                        <p:tgtEl>
                                          <p:spTgt spid="8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34"/>
          <p:cNvSpPr txBox="1"/>
          <p:nvPr/>
        </p:nvSpPr>
        <p:spPr>
          <a:xfrm>
            <a:off x="457200" y="137160"/>
            <a:ext cx="11274552" cy="10972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4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WHAT PEOPLE ARE SAYING</a:t>
            </a:r>
            <a:endParaRPr lang="en-US" sz="5400" dirty="0"/>
          </a:p>
        </p:txBody>
      </p:sp>
      <p:sp>
        <p:nvSpPr>
          <p:cNvPr id="4" name="box_135"/>
          <p:cNvSpPr/>
          <p:nvPr/>
        </p:nvSpPr>
        <p:spPr>
          <a:xfrm>
            <a:off x="640080" y="1554480"/>
            <a:ext cx="3474720" cy="4663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5" name="text_136"/>
          <p:cNvSpPr txBox="1"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⭐⭐⭐⭐⭐</a:t>
            </a:r>
            <a:endParaRPr lang="en-US" sz="2400" dirty="0"/>
          </a:p>
        </p:txBody>
      </p:sp>
      <p:sp>
        <p:nvSpPr>
          <p:cNvPr id="6" name="text_137"/>
          <p:cNvSpPr txBox="1"/>
          <p:nvPr/>
        </p:nvSpPr>
        <p:spPr>
          <a:xfrm>
            <a:off x="82296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"Best child ever. Would buy presents for again."</a:t>
            </a:r>
            <a:endParaRPr lang="en-US" sz="2200" dirty="0"/>
          </a:p>
        </p:txBody>
      </p:sp>
      <p:sp>
        <p:nvSpPr>
          <p:cNvPr id="7" name="text_138"/>
          <p:cNvSpPr txBox="1"/>
          <p:nvPr/>
        </p:nvSpPr>
        <p:spPr>
          <a:xfrm>
            <a:off x="82296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Mum (probably)</a:t>
            </a:r>
            <a:endParaRPr lang="en-US" sz="1800" dirty="0"/>
          </a:p>
        </p:txBody>
      </p:sp>
      <p:pic>
        <p:nvPicPr>
          <p:cNvPr id="8" name="blue_halo_139" descr="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4754880"/>
            <a:ext cx="1463040" cy="1355206"/>
          </a:xfrm>
          <a:prstGeom prst="rect">
            <a:avLst/>
          </a:prstGeom>
        </p:spPr>
      </p:pic>
      <p:sp>
        <p:nvSpPr>
          <p:cNvPr id="9" name="box_140"/>
          <p:cNvSpPr/>
          <p:nvPr/>
        </p:nvSpPr>
        <p:spPr>
          <a:xfrm>
            <a:off x="4389120" y="1554480"/>
            <a:ext cx="3474720" cy="4663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0" name="text_141"/>
          <p:cNvSpPr txBox="1"/>
          <p:nvPr/>
        </p:nvSpPr>
        <p:spPr>
          <a:xfrm>
            <a:off x="448056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⭐⭐⭐⭐⭐</a:t>
            </a:r>
            <a:endParaRPr lang="en-US" sz="2400" dirty="0"/>
          </a:p>
        </p:txBody>
      </p:sp>
      <p:sp>
        <p:nvSpPr>
          <p:cNvPr id="11" name="text_142"/>
          <p:cNvSpPr txBox="1"/>
          <p:nvPr/>
        </p:nvSpPr>
        <p:spPr>
          <a:xfrm>
            <a:off x="457200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"Very responsible. Super polite. Great hair."</a:t>
            </a:r>
            <a:endParaRPr lang="en-US" sz="2200" dirty="0"/>
          </a:p>
        </p:txBody>
      </p:sp>
      <p:sp>
        <p:nvSpPr>
          <p:cNvPr id="12" name="text_143"/>
          <p:cNvSpPr txBox="1"/>
          <p:nvPr/>
        </p:nvSpPr>
        <p:spPr>
          <a:xfrm>
            <a:off x="457200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Dad (hopefully)</a:t>
            </a:r>
            <a:endParaRPr lang="en-US" sz="1800" dirty="0"/>
          </a:p>
        </p:txBody>
      </p:sp>
      <p:pic>
        <p:nvPicPr>
          <p:cNvPr id="13" name="blue_cool_144" descr="Blue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4754880"/>
            <a:ext cx="1463040" cy="1355206"/>
          </a:xfrm>
          <a:prstGeom prst="rect">
            <a:avLst/>
          </a:prstGeom>
        </p:spPr>
      </p:pic>
      <p:sp>
        <p:nvSpPr>
          <p:cNvPr id="14" name="box_145"/>
          <p:cNvSpPr/>
          <p:nvPr/>
        </p:nvSpPr>
        <p:spPr>
          <a:xfrm>
            <a:off x="8138160" y="1554480"/>
            <a:ext cx="3474720" cy="4663440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2700000">
              <a:srgbClr val="000000">
                <a:alpha val="35000"/>
              </a:srgbClr>
            </a:outerShdw>
          </a:effectLst>
        </p:spPr>
      </p:sp>
      <p:sp>
        <p:nvSpPr>
          <p:cNvPr id="15" name="text_146"/>
          <p:cNvSpPr txBox="1"/>
          <p:nvPr/>
        </p:nvSpPr>
        <p:spPr>
          <a:xfrm>
            <a:off x="822960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⭐⭐⭐⭐⭐</a:t>
            </a:r>
            <a:endParaRPr lang="en-US" sz="2400" dirty="0"/>
          </a:p>
        </p:txBody>
      </p:sp>
      <p:sp>
        <p:nvSpPr>
          <p:cNvPr id="16" name="text_147"/>
          <p:cNvSpPr txBox="1"/>
          <p:nvPr/>
        </p:nvSpPr>
        <p:spPr>
          <a:xfrm>
            <a:off x="8321040" y="2286000"/>
            <a:ext cx="3108960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"Terms &amp; conditions: includes extra hugs and thank-yous in 3 languages."</a:t>
            </a:r>
            <a:endParaRPr lang="en-US" sz="2200" dirty="0"/>
          </a:p>
        </p:txBody>
      </p:sp>
      <p:sp>
        <p:nvSpPr>
          <p:cNvPr id="17" name="text_148"/>
          <p:cNvSpPr txBox="1"/>
          <p:nvPr/>
        </p:nvSpPr>
        <p:spPr>
          <a:xfrm>
            <a:off x="8321040" y="4206240"/>
            <a:ext cx="3108960" cy="548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— Me, the child</a:t>
            </a:r>
            <a:endParaRPr lang="en-US" sz="1800" dirty="0"/>
          </a:p>
        </p:txBody>
      </p:sp>
      <p:pic>
        <p:nvPicPr>
          <p:cNvPr id="18" name="blue_wink_149" descr="Blue emoji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0" y="4754880"/>
            <a:ext cx="1463040" cy="13552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6" presetClass="emp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8" dur="700" autoRev="1" repeatCount="indefinite" fill="hold"/>
                                        <p:tgtEl>
                                          <p:spTgt spid="8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Scale>
                                      <p:cBhvr>
                                        <p:cTn id="13" dur="700" autoRev="1" repeatCount="indefinite" fill="hold"/>
                                        <p:tgtEl>
                                          <p:spTgt spid="13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6" presetClass="emph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animScale>
                                      <p:cBhvr>
                                        <p:cTn id="18" dur="700" autoRev="1" repeatCount="indefinite" fill="hold"/>
                                        <p:tgtEl>
                                          <p:spTgt spid="18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50"/>
          <p:cNvSpPr txBox="1"/>
          <p:nvPr/>
        </p:nvSpPr>
        <p:spPr>
          <a:xfrm>
            <a:off x="457200" y="182880"/>
            <a:ext cx="11274552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000" dirty="0">
                <a:ln w="508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SO... IS THAT A YES?</a:t>
            </a:r>
            <a:endParaRPr lang="en-US" sz="8000" dirty="0"/>
          </a:p>
        </p:txBody>
      </p:sp>
      <p:pic>
        <p:nvPicPr>
          <p:cNvPr id="4" name="blue_plead_151" descr="Pleading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91640"/>
            <a:ext cx="3383280" cy="3133915"/>
          </a:xfrm>
          <a:prstGeom prst="rect">
            <a:avLst/>
          </a:prstGeom>
        </p:spPr>
      </p:pic>
      <p:sp>
        <p:nvSpPr>
          <p:cNvPr id="5" name="text_152">
            <a:hlinkClick r:id="rId3" tooltip="Yes!" action="ppaction://hlinksldjump"/>
          </p:cNvPr>
          <p:cNvSpPr txBox="1"/>
          <p:nvPr/>
        </p:nvSpPr>
        <p:spPr>
          <a:xfrm>
            <a:off x="1097280" y="4846320"/>
            <a:ext cx="3840480" cy="1371600"/>
          </a:xfrm>
          <a:prstGeom prst="roundRect">
            <a:avLst>
              <a:gd name="adj" fmla="val 20000"/>
            </a:avLst>
          </a:prstGeom>
          <a:solidFill>
            <a:srgbClr val="0B6B3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7200" u="sng" dirty="0">
                <a:ln w="254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  <a:hlinkClick r:id="rId3" action="ppaction://hlinksldjump" tooltip="Yes!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YES</a:t>
            </a:r>
            <a:endParaRPr lang="en-US" sz="7200" dirty="0"/>
          </a:p>
        </p:txBody>
      </p:sp>
      <p:sp>
        <p:nvSpPr>
          <p:cNvPr id="6" name="text_153">
            <a:hlinkClick r:id="rId4" tooltip="No" action="ppaction://hlinksldjump"/>
          </p:cNvPr>
          <p:cNvSpPr txBox="1"/>
          <p:nvPr/>
        </p:nvSpPr>
        <p:spPr>
          <a:xfrm>
            <a:off x="7223760" y="4846320"/>
            <a:ext cx="3840480" cy="137160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7200" u="sng" dirty="0">
                <a:ln w="254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  <a:hlinkClick r:id="rId4" action="ppaction://hlinksldjump" tooltip="No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</a:t>
            </a:r>
            <a:endParaRPr lang="en-US" sz="7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switc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700" autoRev="1" repeatCount="indefinite" fill="hold"/>
                                        <p:tgtEl>
                                          <p:spTgt spid="4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54"/>
          <p:cNvSpPr txBox="1"/>
          <p:nvPr/>
        </p:nvSpPr>
        <p:spPr>
          <a:xfrm>
            <a:off x="457200" y="274320"/>
            <a:ext cx="11274552" cy="2011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0" dirty="0">
                <a:ln w="508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THANK YOU!!!</a:t>
            </a:r>
            <a:endParaRPr lang="en-US" sz="12000" dirty="0"/>
          </a:p>
        </p:txBody>
      </p:sp>
      <p:sp>
        <p:nvSpPr>
          <p:cNvPr id="4" name="text_155"/>
          <p:cNvSpPr txBox="1"/>
          <p:nvPr/>
        </p:nvSpPr>
        <p:spPr>
          <a:xfrm>
            <a:off x="731520" y="2377440"/>
            <a:ext cx="1069848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3400" b="1" dirty="0">
                <a:ln w="1905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You're the best parents ever. (And I mean it.) ❤️</a:t>
            </a:r>
            <a:endParaRPr lang="en-US" sz="3400" dirty="0"/>
          </a:p>
        </p:txBody>
      </p:sp>
      <p:pic>
        <p:nvPicPr>
          <p:cNvPr id="5" name="blue_party_156" descr="Party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3017520" cy="2795113"/>
          </a:xfrm>
          <a:prstGeom prst="rect">
            <a:avLst/>
          </a:prstGeom>
        </p:spPr>
      </p:pic>
      <p:pic>
        <p:nvPicPr>
          <p:cNvPr id="6" name="yel_party_157" descr="Party emoj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291840"/>
            <a:ext cx="3017520" cy="2795113"/>
          </a:xfrm>
          <a:prstGeom prst="rect">
            <a:avLst/>
          </a:prstGeom>
        </p:spPr>
      </p:pic>
      <p:pic>
        <p:nvPicPr>
          <p:cNvPr id="7" name="obj_santa_158" descr="Sant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3383280"/>
            <a:ext cx="2011680" cy="1863409"/>
          </a:xfrm>
          <a:prstGeom prst="rect">
            <a:avLst/>
          </a:prstGeom>
        </p:spPr>
      </p:pic>
      <p:pic>
        <p:nvPicPr>
          <p:cNvPr id="8" name="obj_gift_159" descr="Pres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566160"/>
            <a:ext cx="1828800" cy="1694008"/>
          </a:xfrm>
          <a:prstGeom prst="rect">
            <a:avLst/>
          </a:prstGeom>
        </p:spPr>
      </p:pic>
      <p:sp>
        <p:nvSpPr>
          <p:cNvPr id="9" name="text_160"/>
          <p:cNvSpPr txBox="1"/>
          <p:nvPr/>
        </p:nvSpPr>
        <p:spPr>
          <a:xfrm>
            <a:off x="1371600" y="5852160"/>
            <a:ext cx="9445752" cy="7315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600" b="1" dirty="0">
                <a:ln w="127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Comic Sans MS" pitchFamily="34" charset="0"/>
                <a:ea typeface="Comic Sans MS" pitchFamily="34" charset="-122"/>
                <a:cs typeface="Comic Sans MS" pitchFamily="34" charset="-120"/>
              </a:rPr>
              <a:t>Thank you for coming to my TED Talk 🎤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shred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9" dur="3000" fill="hold" repeatCount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3000" fill="hold" repeatCount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700" autoRev="1" repeatCount="indefinite" fill="hold"/>
                                        <p:tgtEl>
                                          <p:spTgt spid="7"/>
                                        </p:tgtEl>
                                      </p:cBhvr>
                                      <p:by x="115000" y="115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1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15" dur="350" autoRev="1" repeatCount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_161"/>
          <p:cNvSpPr txBox="1"/>
          <p:nvPr/>
        </p:nvSpPr>
        <p:spPr>
          <a:xfrm>
            <a:off x="457200" y="457200"/>
            <a:ext cx="11274552" cy="1645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0" dirty="0">
                <a:ln w="38100">
                  <a:solidFill>
                    <a:srgbClr val="000000"/>
                  </a:solidFill>
                </a:ln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WRONG BUTTON 😭</a:t>
            </a:r>
            <a:endParaRPr lang="en-US" sz="9000" dirty="0"/>
          </a:p>
        </p:txBody>
      </p:sp>
      <p:pic>
        <p:nvPicPr>
          <p:cNvPr id="4" name="blue_sob_162" descr="Crying blue emoj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011680"/>
            <a:ext cx="3200400" cy="2964514"/>
          </a:xfrm>
          <a:prstGeom prst="rect">
            <a:avLst/>
          </a:prstGeom>
        </p:spPr>
      </p:pic>
      <p:sp>
        <p:nvSpPr>
          <p:cNvPr id="5" name="text_163">
            <a:hlinkClick r:id="rId3" tooltip="Back to the question" action="ppaction://hlinksldjump"/>
          </p:cNvPr>
          <p:cNvSpPr txBox="1"/>
          <p:nvPr/>
        </p:nvSpPr>
        <p:spPr>
          <a:xfrm>
            <a:off x="3566160" y="5303520"/>
            <a:ext cx="5029200" cy="1097280"/>
          </a:xfrm>
          <a:prstGeom prst="roundRect">
            <a:avLst>
              <a:gd name="adj" fmla="val 25000"/>
            </a:avLst>
          </a:prstGeom>
          <a:solidFill>
            <a:srgbClr val="0B6B3A"/>
          </a:solidFill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5600" u="sng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  <a:hlinkClick r:id="rId3" action="ppaction://hlinksldjump" tooltip="Back to the ques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TRY AGAIN</a:t>
            </a:r>
            <a:endParaRPr lang="en-US" sz="56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5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900000">
                                      <p:cBhvr>
                                        <p:cTn id="5" dur="350" autoRev="1" repeatCount="indefinite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ristmas Chaos">
  <a:themeElements>
    <a:clrScheme name="Christmas Chaos">
      <a:dk1>
        <a:srgbClr val="111111"/>
      </a:dk1>
      <a:lt1>
        <a:srgbClr val="FFFFFF"/>
      </a:lt1>
      <a:dk2>
        <a:srgbClr val="0B6B3A"/>
      </a:dk2>
      <a:lt2>
        <a:srgbClr val="FFF3C4"/>
      </a:lt2>
      <a:accent1>
        <a:srgbClr val="C8102E"/>
      </a:accent1>
      <a:accent2>
        <a:srgbClr val="0B6B3A"/>
      </a:accent2>
      <a:accent3>
        <a:srgbClr val="FFC107"/>
      </a:accent3>
      <a:accent4>
        <a:srgbClr val="1E6FFF"/>
      </a:accent4>
      <a:accent5>
        <a:srgbClr val="7C3AED"/>
      </a:accent5>
      <a:accent6>
        <a:srgbClr val="FF6FB5"/>
      </a:accent6>
      <a:hlink>
        <a:srgbClr val="1E6FFF"/>
      </a:hlink>
      <a:folHlink>
        <a:srgbClr val="7C3AED"/>
      </a:folHlink>
    </a:clrScheme>
    <a:fontScheme name="Christmas Chaos">
      <a:majorFont>
        <a:latin typeface="Impac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mic Sans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You Should Buy Me Stuff For Christmas</dc:title>
  <dc:subject>PptxGenJS Presentation</dc:subject>
  <dc:creator>Your Favourite Child</dc:creator>
  <cp:lastModifiedBy>Your Favourite Child</cp:lastModifiedBy>
  <cp:revision>1</cp:revision>
  <dcterms:created xsi:type="dcterms:W3CDTF">2026-10-04T14:45:55Z</dcterms:created>
  <dcterms:modified xsi:type="dcterms:W3CDTF">2026-10-04T14:45:55Z</dcterms:modified>
</cp:coreProperties>
</file>